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d-tube-theta.vercel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1 - </a:t>
            </a:r>
            <a:r>
              <a:rPr dirty="0">
                <a:solidFill>
                  <a:srgbClr val="FF0000"/>
                </a:solidFill>
              </a:rP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Team Name :</a:t>
            </a:r>
            <a:r>
              <a:rPr lang="en-US" dirty="0"/>
              <a:t> </a:t>
            </a:r>
            <a:r>
              <a:rPr dirty="0"/>
              <a:t>TECH GAINT</a:t>
            </a:r>
          </a:p>
          <a:p>
            <a:r>
              <a:rPr lang="en-US" b="1" dirty="0"/>
              <a:t>Project Title : </a:t>
            </a:r>
            <a:r>
              <a:rPr dirty="0" err="1"/>
              <a:t>VidTube</a:t>
            </a:r>
            <a:r>
              <a:rPr dirty="0"/>
              <a:t> – A YouTube Clone</a:t>
            </a:r>
          </a:p>
          <a:p>
            <a:r>
              <a:rPr b="1" dirty="0"/>
              <a:t>Team Members:</a:t>
            </a:r>
          </a:p>
          <a:p>
            <a:pPr marL="0" indent="0">
              <a:buNone/>
            </a:pPr>
            <a:r>
              <a:rPr lang="en-US" dirty="0"/>
              <a:t>                           Siddhant Kumar Singh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Vinay Kumar </a:t>
            </a:r>
          </a:p>
          <a:p>
            <a:pPr marL="0" indent="0">
              <a:buNone/>
            </a:pPr>
            <a:r>
              <a:rPr lang="en-US" dirty="0"/>
              <a:t>                           Aman Tripathi</a:t>
            </a:r>
            <a:endParaRPr dirty="0"/>
          </a:p>
          <a:p>
            <a:r>
              <a:rPr b="1" dirty="0"/>
              <a:t>Institute:</a:t>
            </a:r>
            <a:r>
              <a:rPr dirty="0"/>
              <a:t> Kali Charan Nigam Institute of Technology</a:t>
            </a:r>
            <a:r>
              <a:rPr lang="en-US" dirty="0"/>
              <a:t> , Banda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2 - </a:t>
            </a:r>
            <a:r>
              <a:rPr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 :</a:t>
            </a:r>
            <a:r>
              <a:rPr lang="en-US" dirty="0"/>
              <a:t>  </a:t>
            </a:r>
            <a:r>
              <a:rPr dirty="0"/>
              <a:t>Too many ads &amp; distractions on existing platforms</a:t>
            </a:r>
          </a:p>
          <a:p>
            <a:r>
              <a:rPr lang="en-US" b="1" dirty="0"/>
              <a:t>Importance :</a:t>
            </a:r>
            <a:r>
              <a:rPr lang="en-US" dirty="0"/>
              <a:t> </a:t>
            </a:r>
            <a:r>
              <a:rPr dirty="0"/>
              <a:t> Need a lightweight video browsing system</a:t>
            </a:r>
          </a:p>
          <a:p>
            <a:r>
              <a:rPr lang="en-US" b="1" dirty="0"/>
              <a:t>Affected Users :</a:t>
            </a:r>
            <a:r>
              <a:rPr b="1" dirty="0"/>
              <a:t> </a:t>
            </a:r>
            <a:r>
              <a:rPr dirty="0"/>
              <a:t>Complex UI for new creators</a:t>
            </a:r>
          </a:p>
          <a:p>
            <a:pPr marL="0" indent="0">
              <a:buNone/>
            </a:pPr>
            <a:r>
              <a:rPr lang="en-US" dirty="0"/>
              <a:t>     -</a:t>
            </a:r>
            <a:r>
              <a:rPr dirty="0"/>
              <a:t> Need a fast, clean Indian platform</a:t>
            </a:r>
            <a:r>
              <a:rPr lang="en-US" dirty="0"/>
              <a:t>        ,distraction-free video streaming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Slide 3 - </a:t>
            </a:r>
            <a:r>
              <a:rPr dirty="0">
                <a:solidFill>
                  <a:srgbClr val="FF0000"/>
                </a:solidFill>
              </a:rPr>
              <a:t>Proposed Solution – </a:t>
            </a:r>
            <a:r>
              <a:rPr dirty="0" err="1">
                <a:solidFill>
                  <a:srgbClr val="FF0000"/>
                </a:solidFill>
              </a:rPr>
              <a:t>VidTube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8512"/>
            <a:ext cx="8229600" cy="58094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Idea :</a:t>
            </a:r>
            <a:r>
              <a:rPr lang="en-US" dirty="0"/>
              <a:t> A modern, clean, and fast </a:t>
            </a:r>
            <a:r>
              <a:rPr lang="en-US" b="1" dirty="0">
                <a:solidFill>
                  <a:srgbClr val="0070C0"/>
                </a:solidFill>
              </a:rPr>
              <a:t>YouTube-like video streaming platform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built for simplicity.</a:t>
            </a:r>
          </a:p>
          <a:p>
            <a:r>
              <a:rPr lang="en-US" b="1" dirty="0"/>
              <a:t>Key Features </a:t>
            </a:r>
            <a:r>
              <a:rPr lang="en-US" dirty="0"/>
              <a:t>: </a:t>
            </a:r>
            <a:r>
              <a:rPr dirty="0"/>
              <a:t>- Fast YouTube-like platform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dirty="0"/>
              <a:t>- Clean UI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dirty="0"/>
              <a:t>- Video search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dirty="0"/>
              <a:t>- Trending videos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dirty="0"/>
              <a:t>- Responsive design</a:t>
            </a:r>
          </a:p>
          <a:p>
            <a:pPr marL="0" indent="0">
              <a:buNone/>
            </a:pPr>
            <a:r>
              <a:rPr lang="en-US" dirty="0"/>
              <a:t>                              </a:t>
            </a:r>
            <a:r>
              <a:rPr dirty="0"/>
              <a:t>- Built with React + Vite</a:t>
            </a:r>
            <a:endParaRPr lang="en-US" dirty="0"/>
          </a:p>
          <a:p>
            <a:r>
              <a:rPr lang="en-US" b="1" dirty="0"/>
              <a:t>Approach : </a:t>
            </a:r>
            <a:r>
              <a:rPr lang="en-US" dirty="0"/>
              <a:t>“A fast, minimal, distraction-free      YouTube-like platform using real-time YouTube API data and Vite-optimized high-performance architecture.”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4 - </a:t>
            </a:r>
            <a:r>
              <a:rPr dirty="0">
                <a:solidFill>
                  <a:srgbClr val="FF0000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Frontend:</a:t>
            </a:r>
            <a:r>
              <a:rPr dirty="0"/>
              <a:t> React + Vite</a:t>
            </a:r>
          </a:p>
          <a:p>
            <a:r>
              <a:rPr b="1" dirty="0"/>
              <a:t>Styling:</a:t>
            </a:r>
            <a:r>
              <a:rPr dirty="0"/>
              <a:t> CSS/Tailwind</a:t>
            </a:r>
          </a:p>
          <a:p>
            <a:r>
              <a:rPr b="1" dirty="0"/>
              <a:t>API:</a:t>
            </a:r>
            <a:r>
              <a:rPr dirty="0"/>
              <a:t> YouTube Data API v3</a:t>
            </a:r>
          </a:p>
          <a:p>
            <a:r>
              <a:rPr b="1" dirty="0"/>
              <a:t>Deployment:</a:t>
            </a:r>
            <a:r>
              <a:rPr dirty="0"/>
              <a:t> </a:t>
            </a:r>
            <a:r>
              <a:rPr dirty="0" err="1"/>
              <a:t>Vercel</a:t>
            </a:r>
            <a:endParaRPr dirty="0"/>
          </a:p>
          <a:p>
            <a:r>
              <a:rPr lang="en-US" b="1" dirty="0"/>
              <a:t>Other </a:t>
            </a:r>
            <a:r>
              <a:rPr b="1" dirty="0"/>
              <a:t>Tools: </a:t>
            </a:r>
            <a:r>
              <a:rPr lang="en-US" b="1" dirty="0"/>
              <a:t> </a:t>
            </a:r>
            <a:r>
              <a:rPr dirty="0"/>
              <a:t>Axios</a:t>
            </a:r>
            <a:r>
              <a:rPr lang="en-US" dirty="0"/>
              <a:t> (API calls)</a:t>
            </a:r>
            <a:r>
              <a:rPr dirty="0"/>
              <a:t>,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dirty="0"/>
              <a:t>React Router</a:t>
            </a:r>
            <a:r>
              <a:rPr lang="en-US" dirty="0"/>
              <a:t> (navigation)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144"/>
            <a:ext cx="8229600" cy="1143000"/>
          </a:xfrm>
        </p:spPr>
        <p:txBody>
          <a:bodyPr/>
          <a:lstStyle/>
          <a:p>
            <a:r>
              <a:rPr lang="en-US" dirty="0"/>
              <a:t>Slide 5 - </a:t>
            </a:r>
            <a:r>
              <a:rPr dirty="0">
                <a:solidFill>
                  <a:srgbClr val="FF0000"/>
                </a:solidFill>
              </a:rPr>
              <a:t>Innovation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3856"/>
            <a:ext cx="8229600" cy="57241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Innovation 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Fast browsing with Vite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Simple UI for learners</a:t>
            </a:r>
          </a:p>
          <a:p>
            <a:r>
              <a:rPr lang="en-US" b="1" dirty="0"/>
              <a:t>Impacts :</a:t>
            </a:r>
          </a:p>
          <a:p>
            <a:pPr marL="0" indent="0">
              <a:buNone/>
            </a:pPr>
            <a:r>
              <a:rPr lang="en-US" dirty="0"/>
              <a:t>    - Useful for students, creators &amp; educators</a:t>
            </a:r>
          </a:p>
          <a:p>
            <a:pPr marL="0" indent="0">
              <a:buNone/>
            </a:pPr>
            <a:r>
              <a:rPr lang="en-US" dirty="0"/>
              <a:t>    - Helps users browse videos without    distractions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Supports Indian creators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Reduces dependency on foreign apps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Promotes Indian social media ecosystem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574"/>
            <a:ext cx="8229600" cy="1143000"/>
          </a:xfrm>
        </p:spPr>
        <p:txBody>
          <a:bodyPr/>
          <a:lstStyle/>
          <a:p>
            <a:r>
              <a:rPr lang="en-US" dirty="0"/>
              <a:t>Slide 6 - </a:t>
            </a:r>
            <a:r>
              <a:rPr dirty="0">
                <a:solidFill>
                  <a:srgbClr val="FF0000"/>
                </a:solidFill>
              </a:rPr>
              <a:t>Workflow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7690"/>
            <a:ext cx="8229600" cy="5466736"/>
          </a:xfrm>
        </p:spPr>
        <p:txBody>
          <a:bodyPr>
            <a:normAutofit fontScale="92500" lnSpcReduction="10000"/>
          </a:bodyPr>
          <a:lstStyle/>
          <a:p>
            <a:r>
              <a:rPr b="1" dirty="0"/>
              <a:t>Workflow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IN" dirty="0"/>
              <a:t> User →  Search/Click Video →  React UI loads data →  YouTube API fetches video data →  Video Player displays content</a:t>
            </a:r>
            <a:endParaRPr dirty="0"/>
          </a:p>
          <a:p>
            <a:r>
              <a:rPr b="1" dirty="0"/>
              <a:t>Future Scope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Login system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Playlists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- Creator dashboard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AI recommendations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- Mobile app version</a:t>
            </a:r>
            <a:endParaRPr lang="en-US" dirty="0"/>
          </a:p>
          <a:p>
            <a:r>
              <a:rPr lang="en-IN" b="1" dirty="0"/>
              <a:t>Project Link: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https://vid-tube-theta.vercel.app/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65C73-BB64-4F03-384A-7F06A2911499}"/>
              </a:ext>
            </a:extLst>
          </p:cNvPr>
          <p:cNvSpPr txBox="1"/>
          <p:nvPr/>
        </p:nvSpPr>
        <p:spPr>
          <a:xfrm>
            <a:off x="5500671" y="5365644"/>
            <a:ext cx="3186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⏳ Pitch Duration: 3–5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330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1 - Title Slide</vt:lpstr>
      <vt:lpstr>Slide 2 - Problem Statement</vt:lpstr>
      <vt:lpstr>Slide 3 - Proposed Solution – VidTube</vt:lpstr>
      <vt:lpstr>Slide 4 - Tech Stack</vt:lpstr>
      <vt:lpstr>Slide 5 - Innovation &amp; Impact</vt:lpstr>
      <vt:lpstr>Slide 6 - Workflow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 Gupta</dc:creator>
  <cp:keywords/>
  <dc:description>generated using python-pptx</dc:description>
  <cp:lastModifiedBy>Vinay Gupta</cp:lastModifiedBy>
  <cp:revision>3</cp:revision>
  <dcterms:created xsi:type="dcterms:W3CDTF">2013-01-27T09:14:16Z</dcterms:created>
  <dcterms:modified xsi:type="dcterms:W3CDTF">2025-12-09T19:36:49Z</dcterms:modified>
  <cp:category/>
</cp:coreProperties>
</file>